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Daily Business Summary — 2026-09-04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B6CB0"/>
                </a:solidFill>
              </a:defRPr>
            </a:pPr>
            <a:r>
              <a:t>🏪 Store Operations Report for 2026-09-04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💰 Total Sales Revenue: ₹ 252.00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🧾 Total Bills Finalized: 1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📊 Total Tax Collected (CGST+SGST): ₹ 12.00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📑 Net Subtotal Revenue: ₹ 240.00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💳 Outstanding Khata Credit: ₹ 0.00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Sales Breakdown by 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Cash: ₹ 252.00 (1 transactions)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UPI: ₹ 0.00 (0 transactions)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Card: ₹ 0.00 (0 transactions)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Khata: ₹ 0.00 (0 transactions)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Top Products Sold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1. Aashirvaad Atta 5kg — 1.0 packet (Revenue: ₹ 252.00)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Inventory Health &amp; Low-Stock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A169"/>
                </a:solidFill>
              </a:defRPr>
            </a:pPr>
            <a:r>
              <a:t>✅ Stock levels are healthy. No items below reorder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Khata Credit Ledger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2B6CB0"/>
                </a:solidFill>
              </a:defRPr>
            </a:pPr>
            <a:r>
              <a:t>📋 Total Customer Credit Outstanding: ₹ 0.00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• Today's Khata Credit Sales: ₹ 0.00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Operational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• Average Order Value: ₹ 252.00 per bill.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• Tax Compliance: Fully accounted ₹ 6.00 CGST + ₹ 6.00 SGST.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• Inventory Action: Reorder 0 low-stock SKUs to maintain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