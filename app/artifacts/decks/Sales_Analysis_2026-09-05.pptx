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5E20"/>
                </a:solidFill>
              </a:defRPr>
            </a:pPr>
            <a:r>
              <a:t>Daily Business Summary — 2026-09-05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🏪 GreenBasket Supermart — Operations Report for 2026-09-05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</a:defRPr>
            </a:pPr>
            <a:r>
              <a:t>💰 Total Sales Revenue: ₹ 252.00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</a:defRPr>
            </a:pPr>
            <a:r>
              <a:t>🧾 Total Bills Finalized: 1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</a:defRPr>
            </a:pPr>
            <a:r>
              <a:t>📊 Total Tax Collected (CGST+SGST): ₹ 12.00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</a:defRPr>
            </a:pPr>
            <a:r>
              <a:t>📑 Net Subtotal Revenue: ₹ 240.00</a:t>
            </a:r>
          </a:p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</a:defRPr>
            </a:pPr>
            <a:r>
              <a:t>💳 Outstanding Khata Credit: ₹ 0.00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5E20"/>
                </a:solidFill>
              </a:defRPr>
            </a:pPr>
            <a:r>
              <a:t>Sales Breakdown by Payment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</a:defRPr>
            </a:pPr>
            <a:r>
              <a:t>• Cash: ₹ 252.00 (1 transactions)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</a:defRPr>
            </a:pPr>
            <a:r>
              <a:t>• UPI: ₹ 0.00 (0 transactions)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</a:defRPr>
            </a:pPr>
            <a:r>
              <a:t>• Card: ₹ 0.00 (0 transactions)</a:t>
            </a:r>
          </a:p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</a:defRPr>
            </a:pPr>
            <a:r>
              <a:t>• Khata: ₹ 0.00 (0 transactions)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5E20"/>
                </a:solidFill>
              </a:defRPr>
            </a:pPr>
            <a:r>
              <a:t>Top Products Sold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D3748"/>
                </a:solidFill>
              </a:defRPr>
            </a:pPr>
            <a:r>
              <a:t>1. Aashirvaad Atta 5kg — 1.0 packet (Revenue: ₹ 252.00)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5E20"/>
                </a:solidFill>
              </a:defRPr>
            </a:pPr>
            <a:r>
              <a:t>Inventory Health &amp; Low-Stock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3A047"/>
                </a:solidFill>
              </a:defRPr>
            </a:pPr>
            <a:r>
              <a:t>✅ Stock levels are healthy. No items below reorder levels.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5E20"/>
                </a:solidFill>
              </a:defRPr>
            </a:pPr>
            <a:r>
              <a:t>Khata Credit Ledger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2E7D32"/>
                </a:solidFill>
              </a:defRPr>
            </a:pPr>
            <a:r>
              <a:t>📋 Total Customer Credit Outstanding: ₹ 0.00</a:t>
            </a:r>
          </a:p>
          <a:p>
            <a:pPr>
              <a:defRPr sz="1500">
                <a:solidFill>
                  <a:srgbClr val="2D3748"/>
                </a:solidFill>
              </a:defRPr>
            </a:pPr>
            <a:r>
              <a:t>• Today's Khata Credit Sales: ₹ 0.00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5E20"/>
                </a:solidFill>
              </a:defRPr>
            </a:pPr>
            <a:r>
              <a:t>Operational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</a:defRPr>
            </a:pPr>
            <a:r>
              <a:t>• Average Order Value: ₹ 252.00 per bill.</a:t>
            </a:r>
          </a:p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</a:defRPr>
            </a:pPr>
            <a:r>
              <a:t>• Tax Compliance: Fully accounted ₹ 6.00 CGST + ₹ 6.00 SGST.</a:t>
            </a:r>
          </a:p>
          <a:p>
            <a:pPr>
              <a:spcAft>
                <a:spcPts val="1200"/>
              </a:spcAft>
              <a:defRPr sz="1500">
                <a:solidFill>
                  <a:srgbClr val="2D3748"/>
                </a:solidFill>
              </a:defRPr>
            </a:pPr>
            <a:r>
              <a:t>• Inventory Action: Reorder 0 low-stock SKUs to maintain availability.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